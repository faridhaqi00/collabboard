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12188952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🎨  CollabBoard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Encrypted Chat + Real-time Collaborative Whiteboard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Matakuliah: Komunikasi Data  ·  Prodi: Informatika  · 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Stack: Node.js stdlib (zero deps) · AES-256-GCM · TCP + WebSocket · Vanilla JS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CollabBoard · Komunikasi Data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Chat + Collaborative Whiteboard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Latar Belakang &amp; Ide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Zero npm deps · AES-256-GCM · TCP + WebSocket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Kenapa proyek ini dibuat?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🔓 Privasi Lemah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biasa kirim plaintext — admin server, ISP, atau sniffing bisa baca isi pesan.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8288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🧩 Fitur Chat Terpisah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331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Biasanya chat DAN kolaborasi visual butuh app berbeda —切换 konteks menurunkan produktivitas.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66176" y="18288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📡 Teori vs Praktik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03336" y="2331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Mata kuliah Komunikasi Data banyak teori (TCP, enkripsi) tapi jarang implementasi protokol utuh.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11247120" cy="246888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Tujuan Proyek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Menerapkan protokol komunikasi data secara nyata: TCP socket + newline-delimited JSON + WebSocket bridge.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Mengimplementasikan enkripsi end-to-end (AES-256-GCM + PBKDF2) — server tidak bisa membaca plaintext.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Menggabungkan chat + collaborative whiteboard dalam satu sistem terintegrasi (text + visual real-time).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dependency eksternal: hanya Node.js stdlib + Web Crypto API — portabel, ringan, mudah diaudit.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CollabBoard · Komunikasi Data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Chat + Collaborative Whiteboard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Masalah &amp; Solusi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Zero npm deps · AES-256-GCM · TCP + WebSocket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Masalah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Solusi di CollabBoard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577840" cy="594360"/>
          </a:xfrm>
          <a:prstGeom prst="roundRect">
            <a:avLst>
              <a:gd name="adj" fmla="val 7692"/>
            </a:avLst>
          </a:prstGeom>
          <a:solidFill>
            <a:srgbClr val="3F1D1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02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Pesan plaintext bisa disadap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532120" cy="594360"/>
          </a:xfrm>
          <a:prstGeom prst="roundRect">
            <a:avLst>
              <a:gd name="adj" fmla="val 7692"/>
            </a:avLst>
          </a:prstGeom>
          <a:solidFill>
            <a:srgbClr val="0F2E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920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AES-256-GCM end-to-end: client encrypt, server cuma relay ciphertext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87752"/>
            <a:ext cx="5577840" cy="594360"/>
          </a:xfrm>
          <a:prstGeom prst="roundRect">
            <a:avLst>
              <a:gd name="adj" fmla="val 7692"/>
            </a:avLst>
          </a:prstGeom>
          <a:solidFill>
            <a:srgbClr val="3F1D1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3347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Tidak ada kolaborasi visual real-time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587752"/>
            <a:ext cx="5532120" cy="594360"/>
          </a:xfrm>
          <a:prstGeom prst="roundRect">
            <a:avLst>
              <a:gd name="adj" fmla="val 7692"/>
            </a:avLst>
          </a:prstGeom>
          <a:solidFill>
            <a:srgbClr val="0F2E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63347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Whiteboard canvas (pen/eraser/warna) sinkron via TCP broadcast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5577840" cy="594360"/>
          </a:xfrm>
          <a:prstGeom prst="roundRect">
            <a:avLst>
              <a:gd name="adj" fmla="val 7692"/>
            </a:avLst>
          </a:prstGeom>
          <a:solidFill>
            <a:srgbClr val="3F1D1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4670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Semua user di 1 channel → noisy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300984"/>
            <a:ext cx="5532120" cy="594360"/>
          </a:xfrm>
          <a:prstGeom prst="roundRect">
            <a:avLst>
              <a:gd name="adj" fmla="val 7692"/>
            </a:avLst>
          </a:prstGeom>
          <a:solidFill>
            <a:srgbClr val="0F2E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34670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Rooms/Channels: #general default + custom create/join/leave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5577840" cy="594360"/>
          </a:xfrm>
          <a:prstGeom prst="roundRect">
            <a:avLst>
              <a:gd name="adj" fmla="val 7692"/>
            </a:avLst>
          </a:prstGeom>
          <a:solidFill>
            <a:srgbClr val="3F1D1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5993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DM harus lewat broadcast = bocor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014216"/>
            <a:ext cx="5532120" cy="594360"/>
          </a:xfrm>
          <a:prstGeom prst="roundRect">
            <a:avLst>
              <a:gd name="adj" fmla="val 7692"/>
            </a:avLst>
          </a:prstGeom>
          <a:solidFill>
            <a:srgbClr val="0F2E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05993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Direct Message: routing 1-ke-1, hanya sender &amp; target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27448"/>
            <a:ext cx="5577840" cy="594360"/>
          </a:xfrm>
          <a:prstGeom prst="roundRect">
            <a:avLst>
              <a:gd name="adj" fmla="val 7692"/>
            </a:avLst>
          </a:prstGeom>
          <a:solidFill>
            <a:srgbClr val="3F1D1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77316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Pesan sensitif permanently tersimpan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727448"/>
            <a:ext cx="5532120" cy="594360"/>
          </a:xfrm>
          <a:prstGeom prst="roundRect">
            <a:avLst>
              <a:gd name="adj" fmla="val 7692"/>
            </a:avLst>
          </a:prstGeom>
          <a:solidFill>
            <a:srgbClr val="0F2E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7731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Self-Destructing Messages: TTL 5/10/30/60s, server kirim sinyal destroy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440680"/>
            <a:ext cx="5577840" cy="594360"/>
          </a:xfrm>
          <a:prstGeom prst="roundRect">
            <a:avLst>
              <a:gd name="adj" fmla="val 7692"/>
            </a:avLst>
          </a:prstGeom>
          <a:solidFill>
            <a:srgbClr val="3F1D1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4864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Kirim file lewat app lain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5440680"/>
            <a:ext cx="5532120" cy="594360"/>
          </a:xfrm>
          <a:prstGeom prst="roundRect">
            <a:avLst>
              <a:gd name="adj" fmla="val 7692"/>
            </a:avLst>
          </a:prstGeom>
          <a:solidFill>
            <a:srgbClr val="0F2E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5486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File Sharing terenkripsi (s.d. 8MB), inline di chat, TTL-aware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CollabBoard · Komunikasi Data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Chat + Collaborative Whiteboard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Arsitektur Sistem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Zero npm deps · AES-256-GCM · TCP + WebSocket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1371600"/>
            <a:ext cx="48463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417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 Server :9000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73736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Rooms Service (Map)
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TTL Manager (Map + timer)
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File Store (./uploads)
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Whiteboard Relay (boardBegin/Draw/End/Clear)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Client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48640" y="42519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net.Socket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PBKDF2 + AES-GCM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Readline UI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Commands: /room /dm /file /ttl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38404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Bridge :8080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4206240" y="42519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server (static /public)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↔ TCP bridge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Menjalankan 1 proses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03920" y="384048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3886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(Vanilla JS)</a:t>
            </a:r>
            <a:endParaRPr lang="en-US" sz="1300" dirty="0"/>
          </a:p>
        </p:txBody>
      </p:sp>
      <p:sp>
        <p:nvSpPr>
          <p:cNvPr id="18" name="Text 7"/>
          <p:cNvSpPr/>
          <p:nvPr/>
        </p:nvSpPr>
        <p:spPr>
          <a:xfrm>
            <a:off x="8595360" y="42519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Crypto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(whiteboard)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app.js + crypto.js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rooms/DM/threads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0" y="2834640"/>
            <a:ext cx="3657600" cy="100584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2834640"/>
            <a:ext cx="0" cy="100584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04120" y="2834640"/>
            <a:ext cx="-3657600" cy="100584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2860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 (newline JSON)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 ↔ TCP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Prinsip: server hanya relay — tidak pernah punya key enkripsi.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CollabBoard · Komunikasi Data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Chat + Collaborative Whiteboard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Implementasi Teknis #1 · Enkripsi E2E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Zero npm deps · AES-256-GCM · TCP + WebSocket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Alur Enkripsi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8288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derive 32B key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PBKDF2-SHA256 · 100.000 iter · salt tetap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1051560" y="24231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 per pesan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6517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AES-256-GCM · IV random 12B (unik tiap pesan)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7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7"/>
          <p:cNvSpPr/>
          <p:nvPr/>
        </p:nvSpPr>
        <p:spPr>
          <a:xfrm>
            <a:off x="1051560" y="30175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envelope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2461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{iv, authTag, ciphertext} semua base64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7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7"/>
          <p:cNvSpPr/>
          <p:nvPr/>
        </p:nvSpPr>
        <p:spPr>
          <a:xfrm>
            <a:off x="1051560" y="3611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relay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8404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Hanya forward — tidak ada decrypt() di server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7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7"/>
          <p:cNvSpPr/>
          <p:nvPr/>
        </p:nvSpPr>
        <p:spPr>
          <a:xfrm>
            <a:off x="1051560" y="42062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decrypt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4348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Verifikasi authTag (16B) → reject jika tampering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371600"/>
            <a:ext cx="5486400" cy="4114800"/>
          </a:xfrm>
          <a:prstGeom prst="roundRect">
            <a:avLst>
              <a:gd name="adj" fmla="val 11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463040"/>
            <a:ext cx="5257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src/shared/crypto-utils.js (Node)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public/crypto.js (Browser, Web Crypto API)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 KEY DERIVATION 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KEY = crypto.pbkdf2Sync(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PASSPHRASE,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Buffer.from('securechat-salt-v1'),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100_000, 32, 'sha256'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 ENCRYPT (AES-256-GCM) 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iv = crypto.randomBytes(12);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cipher = crypto.createCipheriv('aes-256-gcm', KEY, iv);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ct  = Buffer.concat([cipher.update(plain, 'utf8'), cipher.final()]);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tag = cipher.getAuthTag();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 iv, authTag: tag, ciphertext: ct };   // base64 on wire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 DECRYPT (server never calls this) 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dec = crypto.createDecipheriv('aes-256-gcm', KEY, iv);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dec.setAuthTag(authTag);   // integrity 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pt = dec.update(ct, undefined, 'utf8') + dec.final('utf8');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Random IV per pesan (no reuse)   ✓ Auth tag 16B (GCM integrity)   ✓ Server zero-knowledge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CollabBoard · Komunikasi Data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Chat + Collaborative Whiteboard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Implementasi Teknis #2 · Protokol &amp; Routing Pesan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Zero npm deps · AES-256-GCM · TCP + WebSocket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Types (newline-delimited JSON)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640080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347472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Arah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 kunci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join / welcome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C↔S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name, room, users[]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message / roomMessage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C↔S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room/to, encrypted, ttl?, id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C↔S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to, encrypted, ttl?, echo?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C↔S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fileName, mimeType, size, encrypted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destroy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S→C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 (sinyal TTL expire)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joinRoom / createRoom / leaveRoom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C→S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boardBegin / Draw / End / Clear / State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C↔S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x, y, color, size, tool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3232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Logika Routing Server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32320" y="1783080"/>
            <a:ext cx="4572000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69480" y="1828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(room)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269480" y="21031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broadcastToRoom(roomName, msg)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hanya member Set&lt;socket&gt; dari rooms[room]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132320" y="3291840"/>
            <a:ext cx="4572000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269480" y="33375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 (1-ke-1)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7269480" y="3611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findSocketByName(msg.to)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kirim ke target; echo balik ke sender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typing indicator hanya ke target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32320" y="4800600"/>
            <a:ext cx="4572000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7"/>
          <p:cNvSpPr/>
          <p:nvPr/>
        </p:nvSpPr>
        <p:spPr>
          <a:xfrm>
            <a:off x="7269480" y="4846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board* (whiteboard)</a:t>
            </a:r>
            <a:endParaRPr lang="en-US" sz="1300" dirty="0"/>
          </a:p>
        </p:txBody>
      </p:sp>
      <p:sp>
        <p:nvSpPr>
          <p:cNvPr id="18" name="Text 7"/>
          <p:cNvSpPr/>
          <p:nvPr/>
        </p:nvSpPr>
        <p:spPr>
          <a:xfrm>
            <a:off x="7269480" y="512064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_boardRecipients(room)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broadcast ke semua member room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server tidak simpan isi canvas (ephemeral)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CollabBoard · Komunikasi Data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Chat + Collaborative Whiteboard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Implementasi Teknis #3 · Collaborative Whiteboard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Zero npm deps · AES-256-GCM · TCP + WebSocket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Optimasi untuk Real-time</a:t>
            </a:r>
            <a:endParaRPr lang="en-US" sz="1600" dirty="0"/>
          </a:p>
        </p:txBody>
      </p:sp>
      <p:sp>
        <p:nvSpPr>
          <p:cNvPr id="8" name="Text 7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Throttled broadcast: `boardDraw` dikirim max ~40 Hz (interval 25ms) — anti-flood.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DPR-aware canvas: backing store di-scale ke devicePixelRatio → gambar tajam di HiDPI.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Per-room state: `strokesByRoom[room] = []` → pindah room = canvas berbeda.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 rendering: gambar di-canvas dulu, lalu kirim event ke server (responsif).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Sanitasi input server: tool/color/size di-validate sebelum relay (anti injection).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labels per user: `board-cursor-label[data-user]` mengikuti pointer remote.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486400" cy="4114800"/>
          </a:xfrm>
          <a:prstGeom prst="roundRect">
            <a:avLst>
              <a:gd name="adj" fmla="val 11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63040"/>
            <a:ext cx="5257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public/app.js — pointer handler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boardPointerDown(e)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board.drawing =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 = boardGetPos(e);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board.currentStroke = { user:state.me,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color:board.color, width:board.width, tool:board.tool, points:[p]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send({ type:"boardBegin", room:state.activeRoom, color:board.color,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size:board.width, tool:board.tool, x:p.x, y:p.y, user:state.me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boardPointerMove(e)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(!board.drawing)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 = boardGetPos(e);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board.currentStroke.points.push(p);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drawStrokeOnCtx(board.ctx, /* incremental segment */);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(now - board.lastSentAt &gt; 25) { board.lastSentAt = now;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send({ type:"boardDraw", room:state.activeRoom, user:state.me, points:[p]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Whiteboard &amp; chat paralel — user bisa coret &amp; kirim pesan teks di room yang sama.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CollabBoard · Komunikasi Data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Chat + Collaborative Whiteboard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Hasil · Testing &amp; Bukti Berjalan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Zero npm deps · AES-256-GCM · TCP + WebSocket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5+3+1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(unit+integration+e2e)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npm dependency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(100% stdlib)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Fitur utama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Chat, Room, DM, TTL, File, 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5256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PBKDF2 iterasi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(key derivation)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17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node tests/run-all.js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Unit: 5 file PASS  ·  Integration: 3 file PASS  ·  E2E: 1 file PASS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 Demo (3 terminal + 1 browser)</a:t>
            </a:r>
            <a:endParaRPr lang="en-US" sz="1600" dirty="0"/>
          </a:p>
        </p:txBody>
      </p:sp>
      <p:sp>
        <p:nvSpPr>
          <p:cNvPr id="22" name="Text 7"/>
          <p:cNvSpPr/>
          <p:nvPr/>
        </p:nvSpPr>
        <p:spPr>
          <a:xfrm>
            <a:off x="457200" y="443484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A: `npm run server`  → TCP :9000 + log koneksi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B: `npm run web`     → buka http://localhost:8080 (user "bob")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C: `npm run client -- --name alice`  → chat CLI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Bukti: kirim pesan room → broadcast  ✓    /dm bob halo → hanya bob  ✓    coret whiteboard → sinkron real-time  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CollabBoard · Komunikasi Data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Chat + Collaborative Whiteboard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Pembuktian Logika · Inti Server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Zero npm deps · AES-256-GCM · TCP + WebSocket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4846320"/>
          </a:xfrm>
          <a:prstGeom prst="roundRect">
            <a:avLst>
              <a:gd name="adj" fmla="val 94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src/server/server.js — routing &amp; whiteboard relay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handleMessageObj(socket, obj)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info = clients.get(socket);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(!info) return;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CHAT: route by room or direct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(obj.type === "message")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(obj.direct)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target = findSocketByName(obj.to);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(!target) return sendErr(socket, "user not found");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io.sendTo(target, { type:"message", from:info.name, direct:true, ...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io.sendTo(socket, { ...outgoing, echo:true });   // ack ke pengirim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(obj.ttl) ttlManager.add(id, obj.ttl, [target, socket], {...});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rooms.broadcastToRoom(obj.room, outgoing, socket);  // skip sender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WHITEBOARD: relay to all members of board room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(obj.type === "boardDraw")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room = _boardRoom(socket);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(const peer of _boardRecipients(room))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(peer === socket) continue;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io.sendTo(peer, { type:"boardDraw", user:info.name, x:obj.x, y:obj.y, color:obj.color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TTL: periodic sweep broadcast destroy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setInterval(() =&gt; ttlManager._sweep(), env.TTL_CLEANUP_INTERVAL);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CollabBoard · Komunikasi Data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Chat + Collaborative Whiteboard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Kesimpulan &amp; Q&amp;A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Zero npm deps · AES-256-GCM · TCP + WebSocket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📌 Ringkasan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Ide: chat + whiteboard dalam satu sistem E2E encrypted — produktivitas + privasi.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Masalah &amp; solusi: 6 masalah komunikasi (privasi, channel, DM, file, persistence, kolaborasi) → 5 fitur implementasi.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Teknis: AES-256-GCM + PBKDF2 (ketepatan kriptografi) · routing 1-ke-1 vs broadcast (logika) · throttle 25ms + DPR canvas (kecepatan).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Bukti: 9 test file PASS, zero dependency, demo 3-terminal + browser berjalan paralel.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17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❓  Tanya Jawab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[link]  ·  Demo: npm run server  →  npm run web  →  npm run client -- --name alice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Komunikasi Data — Informatika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CollabBoard — E2E Chat + Whiteboard</dc:title>
  <dc:subject>PptxGenJS Presentation</dc:subject>
  <dc:creator>Komunikasi Data — Informatika 2026</dc:creator>
  <cp:lastModifiedBy>Komunikasi Data — Informatika 2026</cp:lastModifiedBy>
  <cp:revision>1</cp:revision>
  <dcterms:created xsi:type="dcterms:W3CDTF">2026-06-10T16:52:46Z</dcterms:created>
  <dcterms:modified xsi:type="dcterms:W3CDTF">2026-06-10T16:52:46Z</dcterms:modified>
</cp:coreProperties>
</file>